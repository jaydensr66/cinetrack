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Active Users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800</c:v>
                </c:pt>
                <c:pt idx="1">
                  <c:v>1200</c:v>
                </c:pt>
                <c:pt idx="2">
                  <c:v>2100</c:v>
                </c:pt>
                <c:pt idx="3">
                  <c:v>3400</c:v>
                </c:pt>
                <c:pt idx="4">
                  <c:v>5800</c:v>
                </c:pt>
                <c:pt idx="5">
                  <c:v>8200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6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9184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93776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8368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22960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87552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52144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16736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481328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645920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10512"/>
            <a:ext cx="73152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Shape 1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E63946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1097280"/>
            <a:ext cx="1645920" cy="1645920"/>
          </a:xfrm>
          <a:prstGeom prst="ellipse">
            <a:avLst/>
          </a:prstGeom>
          <a:solidFill>
            <a:srgbClr val="1E1E30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417320"/>
            <a:ext cx="1005840" cy="1005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291840" y="11430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MovieTrack</a:t>
            </a:r>
            <a:endParaRPr lang="en-US" sz="5200" dirty="0"/>
          </a:p>
        </p:txBody>
      </p:sp>
      <p:sp>
        <p:nvSpPr>
          <p:cNvPr id="18" name="Text 15"/>
          <p:cNvSpPr/>
          <p:nvPr/>
        </p:nvSpPr>
        <p:spPr>
          <a:xfrm>
            <a:off x="3291840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Android Cinema Companion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91840" y="2788920"/>
            <a:ext cx="45720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7"/>
          <p:cNvSpPr/>
          <p:nvPr/>
        </p:nvSpPr>
        <p:spPr>
          <a:xfrm>
            <a:off x="3291840" y="2971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 </a:t>
            </a:r>
            <a:pPr algn="l"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3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Jetpack Compose  </a:t>
            </a:r>
            <a:pPr algn="l"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buNone/>
            </a:pPr>
            <a:r>
              <a:rPr lang="en-US" sz="13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1E30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92040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436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Android  ·  Presented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1E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47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MovieTrack?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560320" cy="1920240"/>
          </a:xfrm>
          <a:prstGeom prst="ellipse">
            <a:avLst/>
          </a:prstGeom>
          <a:solidFill>
            <a:srgbClr val="0D0D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718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06240" y="457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Android app to discover, track, and review movies you love.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06240" y="1508760"/>
            <a:ext cx="4663440" cy="96012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0" y="1508760"/>
            <a:ext cx="54864" cy="9601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75564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56048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Watchlist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56048" y="1947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movies watched, want to watch, and dropped.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06240" y="2651760"/>
            <a:ext cx="4663440" cy="96012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06240" y="2651760"/>
            <a:ext cx="54864" cy="960120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89864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56048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&amp; Review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956048" y="3090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personal ratings and write quick reviews.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206240" y="3794760"/>
            <a:ext cx="4663440" cy="96012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206240" y="3794760"/>
            <a:ext cx="54864" cy="960120"/>
          </a:xfrm>
          <a:prstGeom prst="rect">
            <a:avLst/>
          </a:prstGeom>
          <a:solidFill>
            <a:srgbClr val="4CC9F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404164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56048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Insights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956048" y="4233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viewing habits visualised over time.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A0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3931920" cy="150876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E63946">
              <a:alpha val="8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55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Movies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12140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trending titles, search by genre, release year, or rating using TMDB API.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931920" cy="150876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83080"/>
            <a:ext cx="640080" cy="640080"/>
          </a:xfrm>
          <a:prstGeom prst="ellipse">
            <a:avLst/>
          </a:prstGeom>
          <a:solidFill>
            <a:srgbClr val="F4A261">
              <a:alpha val="8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85623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755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Watchlist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760720" y="212140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movies to your personal list with custom status: Watched, Watching, or Planned.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246120"/>
            <a:ext cx="3931920" cy="150876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4CC9F0">
              <a:alpha val="8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4787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47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Alerts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381304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notified when tracked upcoming movies hit cinemas or streaming platforms.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246120"/>
            <a:ext cx="3931920" cy="150876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474720"/>
            <a:ext cx="640080" cy="640080"/>
          </a:xfrm>
          <a:prstGeom prst="ellipse">
            <a:avLst/>
          </a:prstGeom>
          <a:solidFill>
            <a:srgbClr val="A78BFA">
              <a:alpha val="8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54787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447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Dashboard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760720" y="381304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breakdowns of genres watched, ratings given, and monthly viewing activity.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A0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Clean, Intuitive Interface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377440" cy="3383280"/>
          </a:xfrm>
          <a:prstGeom prst="roundRect">
            <a:avLst>
              <a:gd name="adj" fmla="val 5769"/>
            </a:avLst>
          </a:prstGeom>
          <a:solidFill>
            <a:srgbClr val="161624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572768"/>
            <a:ext cx="2157984" cy="3090672"/>
          </a:xfrm>
          <a:prstGeom prst="rect">
            <a:avLst/>
          </a:prstGeom>
          <a:solidFill>
            <a:srgbClr val="1E1E30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572768"/>
            <a:ext cx="2157984" cy="365760"/>
          </a:xfrm>
          <a:prstGeom prst="rect">
            <a:avLst/>
          </a:prstGeom>
          <a:solidFill>
            <a:srgbClr val="E63946">
              <a:alpha val="7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560320"/>
            <a:ext cx="822960" cy="822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611880"/>
            <a:ext cx="1828800" cy="109728"/>
          </a:xfrm>
          <a:prstGeom prst="rect">
            <a:avLst/>
          </a:prstGeom>
          <a:solidFill>
            <a:srgbClr val="7F7FA0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822192"/>
            <a:ext cx="1463040" cy="82296"/>
          </a:xfrm>
          <a:prstGeom prst="rect">
            <a:avLst/>
          </a:prstGeom>
          <a:solidFill>
            <a:srgbClr val="7F7FA0">
              <a:alpha val="3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995928"/>
            <a:ext cx="1645920" cy="82296"/>
          </a:xfrm>
          <a:prstGeom prst="rect">
            <a:avLst/>
          </a:prstGeom>
          <a:solidFill>
            <a:srgbClr val="7F7FA0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4864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Feed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417320"/>
            <a:ext cx="2377440" cy="3383280"/>
          </a:xfrm>
          <a:prstGeom prst="roundRect">
            <a:avLst>
              <a:gd name="adj" fmla="val 5769"/>
            </a:avLst>
          </a:prstGeom>
          <a:solidFill>
            <a:srgbClr val="161624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8728" y="1572768"/>
            <a:ext cx="2157984" cy="3090672"/>
          </a:xfrm>
          <a:prstGeom prst="rect">
            <a:avLst/>
          </a:prstGeom>
          <a:solidFill>
            <a:srgbClr val="1E1E30"/>
          </a:solidFill>
          <a:ln/>
        </p:spPr>
      </p:sp>
      <p:sp>
        <p:nvSpPr>
          <p:cNvPr id="14" name="Shape 11"/>
          <p:cNvSpPr/>
          <p:nvPr/>
        </p:nvSpPr>
        <p:spPr>
          <a:xfrm>
            <a:off x="3538728" y="1572768"/>
            <a:ext cx="2157984" cy="365760"/>
          </a:xfrm>
          <a:prstGeom prst="rect">
            <a:avLst/>
          </a:prstGeom>
          <a:solidFill>
            <a:srgbClr val="F4A261">
              <a:alpha val="7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560320"/>
            <a:ext cx="822960" cy="8229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703320" y="3611880"/>
            <a:ext cx="1828800" cy="109728"/>
          </a:xfrm>
          <a:prstGeom prst="rect">
            <a:avLst/>
          </a:prstGeom>
          <a:solidFill>
            <a:srgbClr val="7F7FA0">
              <a:alpha val="5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3886200" y="3822192"/>
            <a:ext cx="1463040" cy="82296"/>
          </a:xfrm>
          <a:prstGeom prst="rect">
            <a:avLst/>
          </a:prstGeom>
          <a:solidFill>
            <a:srgbClr val="7F7FA0">
              <a:alpha val="3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3794760" y="3995928"/>
            <a:ext cx="1645920" cy="82296"/>
          </a:xfrm>
          <a:prstGeom prst="rect">
            <a:avLst/>
          </a:prstGeom>
          <a:solidFill>
            <a:srgbClr val="7F7FA0">
              <a:alpha val="3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3429000" y="4864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Detail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46520" y="1417320"/>
            <a:ext cx="2377440" cy="3383280"/>
          </a:xfrm>
          <a:prstGeom prst="roundRect">
            <a:avLst>
              <a:gd name="adj" fmla="val 5769"/>
            </a:avLst>
          </a:prstGeom>
          <a:solidFill>
            <a:srgbClr val="161624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56248" y="1572768"/>
            <a:ext cx="2157984" cy="3090672"/>
          </a:xfrm>
          <a:prstGeom prst="rect">
            <a:avLst/>
          </a:prstGeom>
          <a:solidFill>
            <a:srgbClr val="1E1E30"/>
          </a:solidFill>
          <a:ln/>
        </p:spPr>
      </p:sp>
      <p:sp>
        <p:nvSpPr>
          <p:cNvPr id="22" name="Shape 18"/>
          <p:cNvSpPr/>
          <p:nvPr/>
        </p:nvSpPr>
        <p:spPr>
          <a:xfrm>
            <a:off x="6556248" y="1572768"/>
            <a:ext cx="2157984" cy="365760"/>
          </a:xfrm>
          <a:prstGeom prst="rect">
            <a:avLst/>
          </a:prstGeom>
          <a:solidFill>
            <a:srgbClr val="4CC9F0">
              <a:alpha val="75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560320"/>
            <a:ext cx="822960" cy="8229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720840" y="3611880"/>
            <a:ext cx="1828800" cy="109728"/>
          </a:xfrm>
          <a:prstGeom prst="rect">
            <a:avLst/>
          </a:prstGeom>
          <a:solidFill>
            <a:srgbClr val="7F7FA0">
              <a:alpha val="50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6903720" y="3822192"/>
            <a:ext cx="1463040" cy="82296"/>
          </a:xfrm>
          <a:prstGeom prst="rect">
            <a:avLst/>
          </a:prstGeom>
          <a:solidFill>
            <a:srgbClr val="7F7FA0">
              <a:alpha val="30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6812280" y="3995928"/>
            <a:ext cx="1645920" cy="82296"/>
          </a:xfrm>
          <a:prstGeom prst="rect">
            <a:avLst/>
          </a:prstGeom>
          <a:solidFill>
            <a:srgbClr val="7F7FA0">
              <a:alpha val="30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6446520" y="4864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Watchlist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A0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E1E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Modern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Tools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01168" cy="201168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201168" cy="20116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715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3008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declarative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201168" cy="20116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4198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+ OkHttp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3712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REST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15384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1239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Database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persistence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92240" y="868680"/>
            <a:ext cx="2468880" cy="475488"/>
          </a:xfrm>
          <a:prstGeom prst="rect">
            <a:avLst/>
          </a:prstGeom>
          <a:solidFill>
            <a:srgbClr val="E63946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868680"/>
            <a:ext cx="45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601968" y="978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1344168"/>
            <a:ext cx="54864" cy="274320"/>
          </a:xfrm>
          <a:prstGeom prst="rect">
            <a:avLst/>
          </a:prstGeom>
          <a:solidFill>
            <a:srgbClr val="7F7FA0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1618488"/>
            <a:ext cx="2468880" cy="475488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1618488"/>
            <a:ext cx="45720" cy="4754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6601968" y="17282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2093976"/>
            <a:ext cx="54864" cy="274320"/>
          </a:xfrm>
          <a:prstGeom prst="rect">
            <a:avLst/>
          </a:prstGeom>
          <a:solidFill>
            <a:srgbClr val="7F7FA0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0" y="2368296"/>
            <a:ext cx="2468880" cy="475488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2368296"/>
            <a:ext cx="45720" cy="47548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28" name="Text 26"/>
          <p:cNvSpPr/>
          <p:nvPr/>
        </p:nvSpPr>
        <p:spPr>
          <a:xfrm>
            <a:off x="6601968" y="2478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0" y="2843784"/>
            <a:ext cx="54864" cy="274320"/>
          </a:xfrm>
          <a:prstGeom prst="rect">
            <a:avLst/>
          </a:prstGeom>
          <a:solidFill>
            <a:srgbClr val="7F7FA0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3118104"/>
            <a:ext cx="2468880" cy="475488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3118104"/>
            <a:ext cx="45720" cy="4754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2" name="Text 30"/>
          <p:cNvSpPr/>
          <p:nvPr/>
        </p:nvSpPr>
        <p:spPr>
          <a:xfrm>
            <a:off x="6601968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0" y="3593592"/>
            <a:ext cx="54864" cy="274320"/>
          </a:xfrm>
          <a:prstGeom prst="rect">
            <a:avLst/>
          </a:prstGeom>
          <a:solidFill>
            <a:srgbClr val="7F7FA0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92240" y="3867912"/>
            <a:ext cx="2468880" cy="475488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3867912"/>
            <a:ext cx="45720" cy="47548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6" name="Text 34"/>
          <p:cNvSpPr/>
          <p:nvPr/>
        </p:nvSpPr>
        <p:spPr>
          <a:xfrm>
            <a:off x="6601968" y="3977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 / Room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A0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1920240" cy="192024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00200"/>
            <a:ext cx="192024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600200"/>
            <a:ext cx="1920240" cy="192024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600200"/>
            <a:ext cx="192024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4.7★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514600" y="2743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Rating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1920240" cy="192024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00200"/>
            <a:ext cx="192024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C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3440" y="2743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in DB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1600200"/>
            <a:ext cx="1920240" cy="192024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600200"/>
            <a:ext cx="1920240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812280" y="2743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Crash-Free Rate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3749040"/>
          <a:ext cx="841248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 (Jan–Jun 2025)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A0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Coming Next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176272"/>
            <a:ext cx="8229600" cy="36576"/>
          </a:xfrm>
          <a:prstGeom prst="rect">
            <a:avLst/>
          </a:prstGeom>
          <a:solidFill>
            <a:srgbClr val="1E1E30"/>
          </a:solidFill>
          <a:ln/>
        </p:spPr>
      </p:sp>
      <p:sp>
        <p:nvSpPr>
          <p:cNvPr id="5" name="Shape 3"/>
          <p:cNvSpPr/>
          <p:nvPr/>
        </p:nvSpPr>
        <p:spPr>
          <a:xfrm>
            <a:off x="1207008" y="1993392"/>
            <a:ext cx="402336" cy="402336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76200" dist="127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828800" cy="640080"/>
          </a:xfrm>
          <a:prstGeom prst="rect">
            <a:avLst/>
          </a:prstGeom>
          <a:solidFill>
            <a:srgbClr val="1616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8288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LIVE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Shipped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1993392"/>
            <a:ext cx="402336" cy="402336"/>
          </a:xfrm>
          <a:prstGeom prst="ellipse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127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2487168"/>
            <a:ext cx="1828800" cy="1463040"/>
          </a:xfrm>
          <a:prstGeom prst="rect">
            <a:avLst/>
          </a:prstGeom>
          <a:solidFill>
            <a:srgbClr val="1E1E30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2487168"/>
            <a:ext cx="18288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2578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  Q3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sharing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3282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3575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UI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13248" y="1993392"/>
            <a:ext cx="402336" cy="402336"/>
          </a:xfrm>
          <a:prstGeom prst="ellipse">
            <a:avLst/>
          </a:prstGeom>
          <a:solidFill>
            <a:srgbClr val="4CC9F0"/>
          </a:solidFill>
          <a:ln/>
          <a:effectLst>
            <a:outerShdw sx="100000" sy="100000" kx="0" ky="0" algn="bl" rotWithShape="0" blurRad="76200" dist="127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487168"/>
            <a:ext cx="1828800" cy="1463040"/>
          </a:xfrm>
          <a:prstGeom prst="rect">
            <a:avLst/>
          </a:prstGeom>
          <a:solidFill>
            <a:srgbClr val="1E1E30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487168"/>
            <a:ext cx="1828800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578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 Q1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 tracker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282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links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575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16368" y="1993392"/>
            <a:ext cx="402336" cy="402336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76200" dist="127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2487168"/>
            <a:ext cx="1828800" cy="1463040"/>
          </a:xfrm>
          <a:prstGeom prst="rect">
            <a:avLst/>
          </a:prstGeom>
          <a:solidFill>
            <a:srgbClr val="1E1E30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2487168"/>
            <a:ext cx="18288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2578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v2.5  Future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282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3575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E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A0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E63946">
              <a:alpha val="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772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Future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Movie Discovery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MovieTrack — Available on Google Play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github.com/yourhandle/movietrack  ·  yourname@email.com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A0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Tracker App</dc:title>
  <dc:subject>PptxGenJS Presentation</dc:subject>
  <dc:creator>PptxGenJS</dc:creator>
  <cp:lastModifiedBy>PptxGenJS</cp:lastModifiedBy>
  <cp:revision>1</cp:revision>
  <dcterms:created xsi:type="dcterms:W3CDTF">2026-04-30T15:54:04Z</dcterms:created>
  <dcterms:modified xsi:type="dcterms:W3CDTF">2026-04-30T15:54:04Z</dcterms:modified>
</cp:coreProperties>
</file>